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8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5486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566160" y="0"/>
            <a:ext cx="9144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5A5A6"/>
                </a:solidFill>
                <a:latin typeface="Arial"/>
              </a:defRPr>
            </a:pPr>
            <a:r>
              <a:t>COMPETITION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Browser Agent</a:t>
            </a:r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浏览器智能助手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109728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B.E. in Software Engineering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Sichuan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5A5A6"/>
                </a:solidFill>
                <a:latin typeface="Arial"/>
              </a:defRPr>
            </a:pPr>
            <a:r>
              <a:t>AI-POWERED WEB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183550"/>
                </a:solidFill>
                <a:latin typeface="Arial"/>
              </a:defRPr>
            </a:pPr>
            <a:r>
              <a:t>Autonomous Browser</a:t>
            </a:r>
          </a:p>
          <a:p>
            <a:pPr>
              <a:spcAft>
                <a:spcPts val="1200"/>
              </a:spcAft>
              <a:defRPr sz="4000" b="1">
                <a:solidFill>
                  <a:srgbClr val="183550"/>
                </a:solidFill>
                <a:latin typeface="Arial"/>
              </a:defRPr>
            </a:pPr>
            <a:r>
              <a:t>Operation Assistant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566160"/>
            <a:ext cx="13716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RESEARCH FOCUS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Natural Language Understanding  ·  Web Automation  ·  AI Agent Systems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PROJECT OVERVIEW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An AI-powered Chrome extension that enables users to automate complex web tasks through natural language commands.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3550"/>
                </a:solidFill>
                <a:latin typeface="Microsoft YaHei"/>
              </a:defRPr>
            </a:pPr>
            <a:r>
              <a:t>项目背景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6459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840480" cy="4114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45720" cy="4114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Arial"/>
              </a:defRPr>
            </a:pPr>
            <a:r>
              <a:t>TASK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开发智能浏览器插件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通过自然语言实现网页自动化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让AI成为用户的浏览器助手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降低自动化操作的技术门槛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011680"/>
            <a:ext cx="3840480" cy="4114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2011680"/>
            <a:ext cx="45720" cy="4114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14884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Arial"/>
              </a:defRPr>
            </a:pPr>
            <a:r>
              <a:t>CORE 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技术挑战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175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理解用户意图和任务目标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自动感知页面结构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智能规划执行步骤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准确定位并操作元素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3550"/>
                </a:solidFill>
                <a:latin typeface="Microsoft YaHei"/>
              </a:defRPr>
            </a:pPr>
            <a:r>
              <a:t>核心功能 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6459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🤖 自然语言交互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用中文描述任务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AI自动理解执行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01168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🔍 智能页面感知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743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自动识别可交互元素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生成精准选择器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🧠 AI任务规划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Claude Opus 4.8驱动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多步骤任务分解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411480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4297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⚡ 自动化执行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8463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点击、输入、导航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信息提取等操作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3550"/>
                </a:solidFill>
                <a:latin typeface="Microsoft YaHei"/>
              </a:defRPr>
            </a:pPr>
            <a:r>
              <a:t>技术架构 Technical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6459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4572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React +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React 18框架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TypeScript类型安全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Vite 5构建工具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Lucide图标库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01168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2011680"/>
            <a:ext cx="4572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14884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Arial"/>
              </a:defRPr>
            </a:pPr>
            <a:r>
              <a:t>EXTENSION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Chrome Extension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175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Manifest V3标准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Background Service Worker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Content Script注入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Chrome Messaging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4572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5196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Arial"/>
              </a:defRPr>
            </a:pPr>
            <a:r>
              <a:t>AI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Claude Opus 4.8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OpenAI兼容API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结构化Prompt工程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JSON格式化响应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智能任务规划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11480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4114800"/>
            <a:ext cx="4572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25196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57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Docker + Nginx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5120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Docker容器化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Nginx静态服务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一键部署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生产就绪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3550"/>
                </a:solidFill>
                <a:latin typeface="Microsoft YaHei"/>
              </a:defRPr>
            </a:pPr>
            <a:r>
              <a:t>设计亮点 Design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6459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01 · 智能元素定位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CSS Selector + XPath双重策略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自动过滤隐藏元素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支持文本内容匹配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限制选择器深度避免脆弱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01168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02 · AI驱动规划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743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精心设计的Prompt工程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结构化JSON响应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任务步骤智能分解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上下文感知决策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03 · 实时状态同步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Chrome Messaging广播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多组件响应式更新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步骤级粒度追踪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UI自动刷新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411480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4297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04 · 模块化架构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8463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清晰的职责分离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TypeScript类型安全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易于扩展维护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■ 代码复用性高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3550"/>
                </a:solidFill>
                <a:latin typeface="Microsoft YaHei"/>
              </a:defRPr>
            </a:pPr>
            <a:r>
              <a:t>实现成果 Achievements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6459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4572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Arial"/>
              </a:defRPr>
            </a:pPr>
            <a:r>
              <a:t>FUNCTIONALITY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功能完整性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任务理解、页面感知、规划执行、结果反馈完整闭环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支持7种动作类型：navigate、click、input、extract、scroll、wait、analyze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01168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2011680"/>
            <a:ext cx="4572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14884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Arial"/>
              </a:defRPr>
            </a:pPr>
            <a:r>
              <a:t>CODE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代码质量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175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2000+行代码，TypeScript类型安全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11个源码文件，模块化设计清晰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完善的错误处理和日志记录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4572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5196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Arial"/>
              </a:defRPr>
            </a:pPr>
            <a:r>
              <a:t>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文档完整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11个Markdown文档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涵盖安装、使用、开发全流程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详细的API配置和调试指南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114800"/>
            <a:ext cx="3840480" cy="1828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4114800"/>
            <a:ext cx="4572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25196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57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生产就绪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5120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Docker一键部署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插件大小仅65KB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构建时间&lt;3秒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3550"/>
                </a:solidFill>
                <a:latin typeface="Microsoft YaHei"/>
              </a:defRPr>
            </a:pPr>
            <a:r>
              <a:t>使用示例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6459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560320" cy="4114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场景1：GitHub项目搜索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"帮我在GitHub搜索React UI组件库，按star排序"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→ 自动定位搜索框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→ 输入"React UI library"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→ 点击搜索按钮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→ 应用排序筛选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011680"/>
            <a:ext cx="2560320" cy="4114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场景2：豆瓣电影查询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"在豆瓣搜索评分8分以上的科幻电影"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→ 导航到豆瓣电影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→ 输入搜索关键词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→ 设置评分筛选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→ 提取电影信息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2560320" cy="4114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场景3：电商商品筛选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"在淘宝搜索500元以内的蓝牙耳机"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→ 搜索商品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→ 设置价格区间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→ 提取商品列表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→ 生成对比表格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3550"/>
                </a:solidFill>
                <a:latin typeface="Microsoft YaHei"/>
              </a:defRPr>
            </a:pPr>
            <a:r>
              <a:t>开发过程 Development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6459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840480" cy="4114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45720" cy="4114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Arial"/>
              </a:defRPr>
            </a:pPr>
            <a:r>
              <a:t>DEVELOPMENT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2小时完成开发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使用Claude Code辅助开发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一次性完成核心功能实现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6次Git提交，清晰的版本历史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011680"/>
            <a:ext cx="3840480" cy="4114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2011680"/>
            <a:ext cx="45720" cy="4114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14884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Arial"/>
              </a:defRPr>
            </a:pPr>
            <a:r>
              <a:t>ITERATION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迭代过程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175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1️⃣ 需求分析与架构设计（10分钟）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2️⃣ 核心功能开发（60分钟）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3️⃣ UI界面与交互优化（30分钟）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4️⃣ Docker部署配置（15分钟）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5️⃣ 文档编写与完善（15分钟）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5A5A6"/>
                </a:solidFill>
              </a:defRPr>
            </a:pPr>
            <a:r>
              <a:t>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3550"/>
                </a:solidFill>
                <a:latin typeface="Microsoft YaHei"/>
              </a:defRPr>
            </a:pPr>
            <a:r>
              <a:t>未来规划 Future Plans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64592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560320" cy="4114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01 · 功能增强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Cross-platform Support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支持更多动作类型（拖拽、右键菜单）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添加任务模板系统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多标签页协同操作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011680"/>
            <a:ext cx="2560320" cy="4114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02 · 性能优化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Performance Optimization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减少页面信息传输量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缓存AI规划结果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并行执行独立步骤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2560320" cy="4114800"/>
          </a:xfrm>
          <a:prstGeom prst="roundRect">
            <a:avLst/>
          </a:prstGeom>
          <a:solidFill>
            <a:srgbClr val="ECF0F1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550"/>
                </a:solidFill>
                <a:latin typeface="Microsoft YaHei"/>
              </a:defRPr>
            </a:pPr>
            <a:r>
              <a:t>03 · 平台扩展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Platform Extension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支持Firefox等浏览器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添加本地模型选项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开放API供第三方集成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2286000"/>
            <a:ext cx="36576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Feel free to ask me any questions.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389120"/>
            <a:ext cx="36576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Xucheng Zhuang  ·  Sichuan University</a:t>
            </a:r>
          </a:p>
          <a:p>
            <a:pPr algn="ctr"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scuzxc660223@gmail.com</a:t>
            </a:r>
          </a:p>
          <a:p>
            <a:pPr algn="ctr"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github.com/Tonyzxch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