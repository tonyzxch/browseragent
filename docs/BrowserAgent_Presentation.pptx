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浏览器智能助手</a:t>
            </a:r>
          </a:p>
          <a:p>
            <a:r>
              <a:t>Browser Agent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AI驱动的自主浏览器操作扩展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🎯 任务目标：开发智能浏览器插件，通过自然语言实现网页自动化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🔍 核心挑战：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• 理解用户意图和任务目标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• 自动感知页面结构和可交互元素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• 智能规划多步骤执行流程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• 准确定位元素并执行操作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💡 解决方案：AI Agent + Chrome Extension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🤖 自然语言交互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用中文描述任务，AI自动理解并执行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🔍 智能页面感知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自动识别可交互元素，生成精准选择器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🧠 AI任务规划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Claude Opus 4.8驱动的多步骤任务分解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⚡ 自动化执行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支持点击、输入、导航、信息提取等操作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📱 前端技术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React 18 + TypeScript + Vite 5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🔌 Chrome Extension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Manifest V3 | Background Service Worker | Content Script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🤖 AI服务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Claude Opus 4.8 | OpenAI兼容API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🐳 部署方案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Docker + Nginx | 一键部署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设计亮点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Design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🎯 智能元素定位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CSS Selector + XPath双重策略，自动过滤隐藏元素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🧠 结构化AI交互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精心设计的Prompt工程，JSON格式化响应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📊 实时状态同步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Chrome Messaging API实现多组件响应式更新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🏛️ 模块化架构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清晰的职责分离，TypeScript类型安全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使用示例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📌 场景1：GitHub项目搜索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"帮我在GitHub搜索React UI组件库，按star排序"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→ 自动定位搜索框 → 输入关键词 → 应用筛选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📌 场景2：豆瓣电影查询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"在豆瓣搜索评分8分以上的科幻电影"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→ 导航到豆瓣 → 输入搜索 → 设置筛选 → 提取信息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📌 场景3：电商商品筛选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"在淘宝搜索500元以内的蓝牙耳机"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→ 搜索商品 → 设置价格区间 → 提取列表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实现成果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✅ 功能完整性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任务理解、页面感知、规划执行、结果反馈完整闭环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✅ 代码质量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2000+行代码，TypeScript类型安全，模块化设计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✅ 文档完整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11个Markdown文档，涵盖安装、使用、开发全流程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✅ 生产就绪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Docker一键部署，插件大小仅65KB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开发过程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Development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⏱️ 开发时长：2小时（使用Claude Code）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📝 迭代过程：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1️⃣ 需求分析与架构设计（10分钟）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2️⃣ 核心功能开发（60分钟）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3️⃣ UI界面与交互优化（30分钟）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4️⃣ Docker部署配置（15分钟）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5️⃣ 文档编写与完善（15分钟）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🛠️ 开发工具：Claude Code + Claude Opus 4.7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Future Plans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🚀 功能增强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• 支持更多动作类型（拖拽、右键菜单）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• 添加任务模板系统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• 多标签页协同操作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⚡ 性能优化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• 减少页面信息传输量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• 缓存AI规划结果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• 并行执行独立步骤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🌐 平台扩展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• 支持Firefox等浏览器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1E293B"/>
                </a:solidFill>
              </a:defRPr>
            </a:pPr>
            <a:r>
              <a:t>   • 添加本地模型选项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🤖 Browser Agent Assistant</a:t>
            </a:r>
          </a:p>
          <a:p>
            <a:pPr algn="ctr"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</a:p>
          <a:p>
            <a:pPr algn="ctr"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📦 GitHub: BrowserAgent</a:t>
            </a:r>
          </a:p>
          <a:p>
            <a:pPr algn="ctr"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🐳 Docker: docker-compose up -d</a:t>
            </a:r>
          </a:p>
          <a:p>
            <a:pPr algn="ctr">
              <a:spcAft>
                <a:spcPts val="1800"/>
              </a:spcAft>
              <a:defRPr sz="2400">
                <a:solidFill>
                  <a:srgbClr val="FFFFFF"/>
                </a:solidFill>
              </a:defRPr>
            </a:pPr>
            <a:r>
              <a:t>📧 联系方式：见个人简历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